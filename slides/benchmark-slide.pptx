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Purpose-specific minimization: 41.9% fewer tokens, zero identity values sent, accuracy preserved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 Certificate benchmark on public data: fixed BANKING77-derived subset, 50 support queries (10 intents x 5), synthetic identity overlay, gpt-4o-mini, temperature 0, API-reported input tokens. Run 2026-09-03.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41.9%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input tokens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(9,921 to 5,764)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032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to 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56032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identity values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the model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88.9%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6344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fields sent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(450 to 50)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to 90%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76656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1 error corrected,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regressions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50592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51560"/>
                <a:gridCol w="960120"/>
                <a:gridCol w="1097280"/>
                <a:gridCol w="914400"/>
                <a:gridCol w="123444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 sent to the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tokens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reduction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Fields sent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values sent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record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44/50 (88.0%)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Masking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45/50 (90.0%)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9,371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(1 change)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45/50 (90.0%)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(1 change)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+ masking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45/50 (90.0%)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(1 change)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38404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alone cuts 5.5% of tokens; deciding what never leaves the application cuts 41.9% (7.6x).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strict rule routes any changed decision, even an improvement, to human review.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support corpus (16 tickets): 44.9% fewer tokens, 96 PII values withheld, zero decision changes, accepted; the first candidate contract was rejected after one changed decision.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4622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50 cases over 10 of 77 intents, one run per condition, structured-field masker (not OpenAI Privacy Filter), public dataset with unknown pretraining exposure. Empirical evidence for an engineering review or a DPIA, not a legal proof. Source: BENCHMARK_RESULTS.md, benchmark-results/summary.csv (BANKING77, CC BY 4.0).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2026-09-03T15:21:38Z</dcterms:created>
  <dcterms:modified xsi:type="dcterms:W3CDTF">2026-09-03T15:21:38Z</dcterms:modified>
</cp:coreProperties>
</file>